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3232"/>
    <a:srgbClr val="9BBB59"/>
    <a:srgbClr val="39B0D4"/>
    <a:srgbClr val="727272"/>
    <a:srgbClr val="010000"/>
    <a:srgbClr val="FFA7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101AA0-A95B-47D5-9DAC-6D81BCCE73BC}" v="25" dt="2026-07-26T12:45:22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754" y="-2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oy Sen" userId="b1a05dcc15492f82" providerId="LiveId" clId="{E7C8048A-1F0E-4894-BA27-0459C03B3F11}"/>
    <pc:docChg chg="undo custSel modSld">
      <pc:chgData name="Sujoy Sen" userId="b1a05dcc15492f82" providerId="LiveId" clId="{E7C8048A-1F0E-4894-BA27-0459C03B3F11}" dt="2026-07-26T12:47:13.754" v="320" actId="20577"/>
      <pc:docMkLst>
        <pc:docMk/>
      </pc:docMkLst>
      <pc:sldChg chg="modSp mod">
        <pc:chgData name="Sujoy Sen" userId="b1a05dcc15492f82" providerId="LiveId" clId="{E7C8048A-1F0E-4894-BA27-0459C03B3F11}" dt="2026-07-26T12:26:04.001" v="125" actId="20577"/>
        <pc:sldMkLst>
          <pc:docMk/>
          <pc:sldMk cId="0" sldId="281"/>
        </pc:sldMkLst>
        <pc:spChg chg="mod">
          <ac:chgData name="Sujoy Sen" userId="b1a05dcc15492f82" providerId="LiveId" clId="{E7C8048A-1F0E-4894-BA27-0459C03B3F11}" dt="2026-07-26T06:13:39.888" v="67" actId="207"/>
          <ac:spMkLst>
            <pc:docMk/>
            <pc:sldMk cId="0" sldId="281"/>
            <ac:spMk id="6" creationId="{00000000-0000-0000-0000-000000000000}"/>
          </ac:spMkLst>
        </pc:spChg>
        <pc:spChg chg="mod">
          <ac:chgData name="Sujoy Sen" userId="b1a05dcc15492f82" providerId="LiveId" clId="{E7C8048A-1F0E-4894-BA27-0459C03B3F11}" dt="2026-07-26T12:26:04.001" v="125" actId="20577"/>
          <ac:spMkLst>
            <pc:docMk/>
            <pc:sldMk cId="0" sldId="281"/>
            <ac:spMk id="11" creationId="{51912640-5EA1-797E-DEA8-3986557B0AE7}"/>
          </ac:spMkLst>
        </pc:spChg>
      </pc:sldChg>
      <pc:sldChg chg="modSp mod">
        <pc:chgData name="Sujoy Sen" userId="b1a05dcc15492f82" providerId="LiveId" clId="{E7C8048A-1F0E-4894-BA27-0459C03B3F11}" dt="2026-07-26T12:34:54.850" v="234" actId="20577"/>
        <pc:sldMkLst>
          <pc:docMk/>
          <pc:sldMk cId="0" sldId="290"/>
        </pc:sldMkLst>
        <pc:spChg chg="mod">
          <ac:chgData name="Sujoy Sen" userId="b1a05dcc15492f82" providerId="LiveId" clId="{E7C8048A-1F0E-4894-BA27-0459C03B3F11}" dt="2026-07-26T12:34:54.850" v="234" actId="20577"/>
          <ac:spMkLst>
            <pc:docMk/>
            <pc:sldMk cId="0" sldId="290"/>
            <ac:spMk id="3" creationId="{D10A209F-ADEF-11E1-A96C-BC858C2C8414}"/>
          </ac:spMkLst>
        </pc:spChg>
        <pc:spChg chg="mod">
          <ac:chgData name="Sujoy Sen" userId="b1a05dcc15492f82" providerId="LiveId" clId="{E7C8048A-1F0E-4894-BA27-0459C03B3F11}" dt="2026-07-26T06:13:47.789" v="68" actId="207"/>
          <ac:spMkLst>
            <pc:docMk/>
            <pc:sldMk cId="0" sldId="290"/>
            <ac:spMk id="6" creationId="{00000000-0000-0000-0000-000000000000}"/>
          </ac:spMkLst>
        </pc:spChg>
      </pc:sldChg>
      <pc:sldChg chg="modSp mod">
        <pc:chgData name="Sujoy Sen" userId="b1a05dcc15492f82" providerId="LiveId" clId="{E7C8048A-1F0E-4894-BA27-0459C03B3F11}" dt="2026-07-26T12:36:02.222" v="238" actId="113"/>
        <pc:sldMkLst>
          <pc:docMk/>
          <pc:sldMk cId="3753387913" sldId="293"/>
        </pc:sldMkLst>
        <pc:spChg chg="mod">
          <ac:chgData name="Sujoy Sen" userId="b1a05dcc15492f82" providerId="LiveId" clId="{E7C8048A-1F0E-4894-BA27-0459C03B3F11}" dt="2026-07-26T12:36:02.222" v="238" actId="113"/>
          <ac:spMkLst>
            <pc:docMk/>
            <pc:sldMk cId="3753387913" sldId="293"/>
            <ac:spMk id="3" creationId="{6F7314F4-40F2-42A2-5AD6-E467AC56CE9E}"/>
          </ac:spMkLst>
        </pc:spChg>
        <pc:spChg chg="mod">
          <ac:chgData name="Sujoy Sen" userId="b1a05dcc15492f82" providerId="LiveId" clId="{E7C8048A-1F0E-4894-BA27-0459C03B3F11}" dt="2026-07-26T06:14:01.263" v="70" actId="255"/>
          <ac:spMkLst>
            <pc:docMk/>
            <pc:sldMk cId="3753387913" sldId="293"/>
            <ac:spMk id="6" creationId="{00000000-0000-0000-0000-000000000000}"/>
          </ac:spMkLst>
        </pc:spChg>
      </pc:sldChg>
      <pc:sldChg chg="addSp delSp modSp mod">
        <pc:chgData name="Sujoy Sen" userId="b1a05dcc15492f82" providerId="LiveId" clId="{E7C8048A-1F0E-4894-BA27-0459C03B3F11}" dt="2026-07-26T12:47:13.754" v="320" actId="20577"/>
        <pc:sldMkLst>
          <pc:docMk/>
          <pc:sldMk cId="3916788613" sldId="296"/>
        </pc:sldMkLst>
        <pc:spChg chg="add mod">
          <ac:chgData name="Sujoy Sen" userId="b1a05dcc15492f82" providerId="LiveId" clId="{E7C8048A-1F0E-4894-BA27-0459C03B3F11}" dt="2026-07-26T12:46:22.278" v="315" actId="14100"/>
          <ac:spMkLst>
            <pc:docMk/>
            <pc:sldMk cId="3916788613" sldId="296"/>
            <ac:spMk id="3" creationId="{F1991346-FC23-F65D-C16C-23CB493720CD}"/>
          </ac:spMkLst>
        </pc:spChg>
        <pc:spChg chg="add mod">
          <ac:chgData name="Sujoy Sen" userId="b1a05dcc15492f82" providerId="LiveId" clId="{E7C8048A-1F0E-4894-BA27-0459C03B3F11}" dt="2026-07-26T12:47:13.754" v="320" actId="20577"/>
          <ac:spMkLst>
            <pc:docMk/>
            <pc:sldMk cId="3916788613" sldId="296"/>
            <ac:spMk id="4" creationId="{4C03802A-B295-F1F4-909E-8205DD593ADD}"/>
          </ac:spMkLst>
        </pc:spChg>
        <pc:spChg chg="add del mod">
          <ac:chgData name="Sujoy Sen" userId="b1a05dcc15492f82" providerId="LiveId" clId="{E7C8048A-1F0E-4894-BA27-0459C03B3F11}" dt="2026-07-26T12:42:44.818" v="298" actId="478"/>
          <ac:spMkLst>
            <pc:docMk/>
            <pc:sldMk cId="3916788613" sldId="296"/>
            <ac:spMk id="5" creationId="{7A5BCA98-F88C-0DA1-251E-B08321172CD6}"/>
          </ac:spMkLst>
        </pc:spChg>
        <pc:spChg chg="mod">
          <ac:chgData name="Sujoy Sen" userId="b1a05dcc15492f82" providerId="LiveId" clId="{E7C8048A-1F0E-4894-BA27-0459C03B3F11}" dt="2026-07-26T06:18:12.495" v="94" actId="14100"/>
          <ac:spMkLst>
            <pc:docMk/>
            <pc:sldMk cId="3916788613" sldId="296"/>
            <ac:spMk id="6" creationId="{00000000-0000-0000-0000-000000000000}"/>
          </ac:spMkLst>
        </pc:spChg>
        <pc:spChg chg="del">
          <ac:chgData name="Sujoy Sen" userId="b1a05dcc15492f82" providerId="LiveId" clId="{E7C8048A-1F0E-4894-BA27-0459C03B3F11}" dt="2026-07-26T06:17:50.785" v="91" actId="478"/>
          <ac:spMkLst>
            <pc:docMk/>
            <pc:sldMk cId="3916788613" sldId="296"/>
            <ac:spMk id="7" creationId="{00000000-0000-0000-0000-000000000000}"/>
          </ac:spMkLst>
        </pc:spChg>
        <pc:spChg chg="del mod">
          <ac:chgData name="Sujoy Sen" userId="b1a05dcc15492f82" providerId="LiveId" clId="{E7C8048A-1F0E-4894-BA27-0459C03B3F11}" dt="2026-07-26T06:16:33.961" v="81"/>
          <ac:spMkLst>
            <pc:docMk/>
            <pc:sldMk cId="3916788613" sldId="296"/>
            <ac:spMk id="17410" creationId="{00000000-0000-0000-0000-000000000000}"/>
          </ac:spMkLst>
        </pc:spChg>
      </pc:sldChg>
      <pc:sldChg chg="addSp delSp modSp mod">
        <pc:chgData name="Sujoy Sen" userId="b1a05dcc15492f82" providerId="LiveId" clId="{E7C8048A-1F0E-4894-BA27-0459C03B3F11}" dt="2026-07-26T12:25:06.228" v="124" actId="20577"/>
        <pc:sldMkLst>
          <pc:docMk/>
          <pc:sldMk cId="3319884780" sldId="298"/>
        </pc:sldMkLst>
        <pc:spChg chg="mod">
          <ac:chgData name="Sujoy Sen" userId="b1a05dcc15492f82" providerId="LiveId" clId="{E7C8048A-1F0E-4894-BA27-0459C03B3F11}" dt="2026-07-26T08:22:48.544" v="112" actId="20577"/>
          <ac:spMkLst>
            <pc:docMk/>
            <pc:sldMk cId="3319884780" sldId="298"/>
            <ac:spMk id="6" creationId="{E0A8E5C6-6BFC-01E5-DDF5-B6A7738A64F4}"/>
          </ac:spMkLst>
        </pc:spChg>
        <pc:spChg chg="mod">
          <ac:chgData name="Sujoy Sen" userId="b1a05dcc15492f82" providerId="LiveId" clId="{E7C8048A-1F0E-4894-BA27-0459C03B3F11}" dt="2026-07-26T12:25:06.228" v="124" actId="20577"/>
          <ac:spMkLst>
            <pc:docMk/>
            <pc:sldMk cId="3319884780" sldId="298"/>
            <ac:spMk id="7" creationId="{AFB1BDE7-2DA0-F526-CF6E-F50D43C2C5FE}"/>
          </ac:spMkLst>
        </pc:spChg>
        <pc:picChg chg="add mod">
          <ac:chgData name="Sujoy Sen" userId="b1a05dcc15492f82" providerId="LiveId" clId="{E7C8048A-1F0E-4894-BA27-0459C03B3F11}" dt="2026-07-26T06:11:33.265" v="29" actId="1036"/>
          <ac:picMkLst>
            <pc:docMk/>
            <pc:sldMk cId="3319884780" sldId="298"/>
            <ac:picMk id="4" creationId="{0DB4D1D2-23B7-FE6E-8370-1EF04945989C}"/>
          </ac:picMkLst>
        </pc:picChg>
        <pc:picChg chg="del">
          <ac:chgData name="Sujoy Sen" userId="b1a05dcc15492f82" providerId="LiveId" clId="{E7C8048A-1F0E-4894-BA27-0459C03B3F11}" dt="2026-07-26T06:11:17.197" v="0" actId="478"/>
          <ac:picMkLst>
            <pc:docMk/>
            <pc:sldMk cId="3319884780" sldId="298"/>
            <ac:picMk id="11" creationId="{0184ACD1-E5C3-C7A1-33B5-7D63150C37DC}"/>
          </ac:picMkLst>
        </pc:picChg>
      </pc:sldChg>
      <pc:sldChg chg="addSp delSp modSp mod">
        <pc:chgData name="Sujoy Sen" userId="b1a05dcc15492f82" providerId="LiveId" clId="{E7C8048A-1F0E-4894-BA27-0459C03B3F11}" dt="2026-07-26T12:42:05.191" v="297" actId="1076"/>
        <pc:sldMkLst>
          <pc:docMk/>
          <pc:sldMk cId="973447886" sldId="299"/>
        </pc:sldMkLst>
        <pc:spChg chg="mod">
          <ac:chgData name="Sujoy Sen" userId="b1a05dcc15492f82" providerId="LiveId" clId="{E7C8048A-1F0E-4894-BA27-0459C03B3F11}" dt="2026-07-26T06:14:08.690" v="71" actId="255"/>
          <ac:spMkLst>
            <pc:docMk/>
            <pc:sldMk cId="973447886" sldId="299"/>
            <ac:spMk id="6" creationId="{84B14AAA-63FC-5F17-FE74-5405495A1CD3}"/>
          </ac:spMkLst>
        </pc:spChg>
        <pc:spChg chg="add mod">
          <ac:chgData name="Sujoy Sen" userId="b1a05dcc15492f82" providerId="LiveId" clId="{E7C8048A-1F0E-4894-BA27-0459C03B3F11}" dt="2026-07-26T12:39:47.863" v="277" actId="1076"/>
          <ac:spMkLst>
            <pc:docMk/>
            <pc:sldMk cId="973447886" sldId="299"/>
            <ac:spMk id="7" creationId="{079322B6-064A-0ACD-124D-4156969E9E90}"/>
          </ac:spMkLst>
        </pc:spChg>
        <pc:spChg chg="del">
          <ac:chgData name="Sujoy Sen" userId="b1a05dcc15492f82" providerId="LiveId" clId="{E7C8048A-1F0E-4894-BA27-0459C03B3F11}" dt="2026-07-26T06:14:12.795" v="72" actId="478"/>
          <ac:spMkLst>
            <pc:docMk/>
            <pc:sldMk cId="973447886" sldId="299"/>
            <ac:spMk id="7" creationId="{34C6332B-BBD9-799D-50C5-6A19BC85E43E}"/>
          </ac:spMkLst>
        </pc:spChg>
        <pc:spChg chg="add mod">
          <ac:chgData name="Sujoy Sen" userId="b1a05dcc15492f82" providerId="LiveId" clId="{E7C8048A-1F0E-4894-BA27-0459C03B3F11}" dt="2026-07-26T12:39:57.524" v="279" actId="1076"/>
          <ac:spMkLst>
            <pc:docMk/>
            <pc:sldMk cId="973447886" sldId="299"/>
            <ac:spMk id="9" creationId="{CC8BB2A3-7F2E-8A1C-FD47-7326DD1553D7}"/>
          </ac:spMkLst>
        </pc:spChg>
        <pc:spChg chg="add mod">
          <ac:chgData name="Sujoy Sen" userId="b1a05dcc15492f82" providerId="LiveId" clId="{E7C8048A-1F0E-4894-BA27-0459C03B3F11}" dt="2026-07-26T12:40:50.240" v="291" actId="1076"/>
          <ac:spMkLst>
            <pc:docMk/>
            <pc:sldMk cId="973447886" sldId="299"/>
            <ac:spMk id="10" creationId="{D34AC01A-B8AA-C79A-5868-E96801AB790A}"/>
          </ac:spMkLst>
        </pc:spChg>
        <pc:spChg chg="add mod">
          <ac:chgData name="Sujoy Sen" userId="b1a05dcc15492f82" providerId="LiveId" clId="{E7C8048A-1F0E-4894-BA27-0459C03B3F11}" dt="2026-07-26T12:42:05.191" v="297" actId="1076"/>
          <ac:spMkLst>
            <pc:docMk/>
            <pc:sldMk cId="973447886" sldId="299"/>
            <ac:spMk id="11" creationId="{498E0F47-A07B-EBE1-96B7-37D7881C324A}"/>
          </ac:spMkLst>
        </pc:spChg>
        <pc:spChg chg="mod">
          <ac:chgData name="Sujoy Sen" userId="b1a05dcc15492f82" providerId="LiveId" clId="{E7C8048A-1F0E-4894-BA27-0459C03B3F11}" dt="2026-07-26T06:12:27.828" v="54" actId="14100"/>
          <ac:spMkLst>
            <pc:docMk/>
            <pc:sldMk cId="973447886" sldId="299"/>
            <ac:spMk id="17409" creationId="{5E03BF1A-7989-5C44-934B-D93E149184A6}"/>
          </ac:spMkLst>
        </pc:spChg>
        <pc:spChg chg="del mod">
          <ac:chgData name="Sujoy Sen" userId="b1a05dcc15492f82" providerId="LiveId" clId="{E7C8048A-1F0E-4894-BA27-0459C03B3F11}" dt="2026-07-26T06:12:02.221" v="47"/>
          <ac:spMkLst>
            <pc:docMk/>
            <pc:sldMk cId="973447886" sldId="299"/>
            <ac:spMk id="17410" creationId="{DD0C6F84-D6ED-416D-7179-055149D83FA6}"/>
          </ac:spMkLst>
        </pc:spChg>
        <pc:picChg chg="add mod">
          <ac:chgData name="Sujoy Sen" userId="b1a05dcc15492f82" providerId="LiveId" clId="{E7C8048A-1F0E-4894-BA27-0459C03B3F11}" dt="2026-07-26T12:39:43.912" v="276" actId="1076"/>
          <ac:picMkLst>
            <pc:docMk/>
            <pc:sldMk cId="973447886" sldId="299"/>
            <ac:picMk id="2" creationId="{1EA59AF0-47ED-B8E9-AAA1-3D1B3F3975B5}"/>
          </ac:picMkLst>
        </pc:picChg>
        <pc:picChg chg="add mod">
          <ac:chgData name="Sujoy Sen" userId="b1a05dcc15492f82" providerId="LiveId" clId="{E7C8048A-1F0E-4894-BA27-0459C03B3F11}" dt="2026-07-26T12:40:02.932" v="280" actId="14100"/>
          <ac:picMkLst>
            <pc:docMk/>
            <pc:sldMk cId="973447886" sldId="299"/>
            <ac:picMk id="3" creationId="{C588A08A-2EC3-6F4C-0B8D-7A883DDC6A95}"/>
          </ac:picMkLst>
        </pc:picChg>
        <pc:picChg chg="add mod">
          <ac:chgData name="Sujoy Sen" userId="b1a05dcc15492f82" providerId="LiveId" clId="{E7C8048A-1F0E-4894-BA27-0459C03B3F11}" dt="2026-07-26T12:40:11.164" v="282" actId="1076"/>
          <ac:picMkLst>
            <pc:docMk/>
            <pc:sldMk cId="973447886" sldId="299"/>
            <ac:picMk id="4" creationId="{197D80AB-0ACD-E37A-4AD2-33C843C11AD8}"/>
          </ac:picMkLst>
        </pc:picChg>
        <pc:picChg chg="add mod">
          <ac:chgData name="Sujoy Sen" userId="b1a05dcc15492f82" providerId="LiveId" clId="{E7C8048A-1F0E-4894-BA27-0459C03B3F11}" dt="2026-07-26T12:40:56.050" v="292" actId="14100"/>
          <ac:picMkLst>
            <pc:docMk/>
            <pc:sldMk cId="973447886" sldId="299"/>
            <ac:picMk id="5" creationId="{137B16FB-52D0-7B2D-CDB3-678210ACC74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E1BAA-A38D-40DE-B22C-DF9BD7D820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973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7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DB31D2-2A87-4F4C-A9AD-05C6CC2B32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C16D9-1635-4844-816A-0A8A2160FAD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882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C4100A-98DE-4944-910A-A93F5CA9F72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252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63342B-5A73-45DC-864D-086DE78037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20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35AFB3-1ACD-44AC-8702-86B1729DF0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77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CF15F3-5E77-4C57-9E21-50D6D1D6C0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704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2169A-B3C7-4FB6-967F-AF95F4EB331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78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195333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18491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88381867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219855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870110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178771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DD027-5576-4F27-AAB6-1D994836EE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6822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57CE61-8714-431B-A40A-01B1C5541A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775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1BA53-830D-4830-BB65-E58DBE17D0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969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com/Kingjoy7/SentinelA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38788" y="136522"/>
            <a:ext cx="8534400" cy="21029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800" dirty="0">
                <a:solidFill>
                  <a:schemeClr val="tx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SentinelAI</a:t>
            </a:r>
            <a:endParaRPr sz="4800" dirty="0">
              <a:solidFill>
                <a:schemeClr val="tx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3" y="1187994"/>
            <a:ext cx="1018223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dirty="0"/>
              <a:t>Problem Statement Title - </a:t>
            </a:r>
            <a:r>
              <a:rPr lang="en-US" b="1" dirty="0"/>
              <a:t>AI-Powered Behavioral Anomaly Detection for Cybersecurity</a:t>
            </a:r>
            <a:endParaRPr b="1" dirty="0"/>
          </a:p>
          <a:p>
            <a:r>
              <a:rPr lang="en-US" dirty="0"/>
              <a:t>Developed By</a:t>
            </a:r>
            <a:r>
              <a:rPr dirty="0"/>
              <a:t>- Sujoy Sen</a:t>
            </a:r>
          </a:p>
          <a:p>
            <a:endParaRPr dirty="0"/>
          </a:p>
          <a:p>
            <a:r>
              <a:rPr b="1" dirty="0"/>
              <a:t>GitHub</a:t>
            </a:r>
            <a:r>
              <a:rPr lang="en-US" b="1" dirty="0"/>
              <a:t> Repository</a:t>
            </a:r>
            <a:r>
              <a:rPr dirty="0"/>
              <a:t>: </a:t>
            </a:r>
            <a:r>
              <a:rPr dirty="0">
                <a:hlinkClick r:id="rId2"/>
              </a:rPr>
              <a:t>https://github.com/Kingjoy7/SentinelAI</a:t>
            </a:r>
            <a:endParaRPr lang="en-US" dirty="0"/>
          </a:p>
          <a:p>
            <a:endParaRPr dirty="0"/>
          </a:p>
          <a:p>
            <a:r>
              <a:rPr b="1" dirty="0"/>
              <a:t>Live Demo</a:t>
            </a:r>
            <a:r>
              <a:rPr dirty="0"/>
              <a:t>: &lt;Add URL&gt;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491449-BC2C-878D-41C5-6E9721420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086" y="211564"/>
            <a:ext cx="634921" cy="6349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B4D1D2-23B7-FE6E-8370-1EF049459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416" y="3500282"/>
            <a:ext cx="6027942" cy="227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/>
            <a:r>
              <a:rPr dirty="0"/>
              <a:t>PROPOSED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383843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tx1">
                    <a:lumMod val="95000"/>
                  </a:schemeClr>
                </a:solidFill>
              </a:rPr>
              <a:pPr/>
              <a:t>2</a:t>
            </a:fld>
            <a:endParaRPr lang="en-US" b="1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8E0E4F-3925-B7EC-803B-4D5898B9A0B3}"/>
              </a:ext>
            </a:extLst>
          </p:cNvPr>
          <p:cNvSpPr/>
          <p:nvPr/>
        </p:nvSpPr>
        <p:spPr>
          <a:xfrm>
            <a:off x="94506" y="679572"/>
            <a:ext cx="5637697" cy="2094271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/>
            </a:pPr>
            <a:r>
              <a:rPr lang="en-US" b="1" dirty="0"/>
              <a:t>Problem</a:t>
            </a:r>
          </a:p>
          <a:p>
            <a:pPr>
              <a:defRPr sz="2000"/>
            </a:pPr>
            <a:r>
              <a:rPr lang="en-IN" dirty="0"/>
              <a:t>🔴 Traditional systems generate high 	false-positive alerts</a:t>
            </a:r>
          </a:p>
          <a:p>
            <a:pPr>
              <a:defRPr sz="2000"/>
            </a:pPr>
            <a:r>
              <a:rPr lang="en-IN" dirty="0"/>
              <a:t>🔴 Massive enterprise logs</a:t>
            </a:r>
          </a:p>
          <a:p>
            <a:r>
              <a:rPr lang="en-IN" dirty="0"/>
              <a:t>🔴 Manual monitoring is difficult</a:t>
            </a:r>
          </a:p>
          <a:p>
            <a:r>
              <a:rPr lang="en-IN" dirty="0"/>
              <a:t>🔴 Rule-based systems miss unknown attacks</a:t>
            </a:r>
          </a:p>
          <a:p>
            <a:pPr algn="ctr">
              <a:defRPr sz="2000"/>
            </a:pPr>
            <a:endParaRPr dirty="0"/>
          </a:p>
        </p:txBody>
      </p:sp>
      <p:sp>
        <p:nvSpPr>
          <p:cNvPr id="9" name="Rounded Rectangle 2">
            <a:extLst>
              <a:ext uri="{FF2B5EF4-FFF2-40B4-BE49-F238E27FC236}">
                <a16:creationId xmlns:a16="http://schemas.microsoft.com/office/drawing/2014/main" id="{E4774100-B62A-7540-9585-C5DB3E2C2C4D}"/>
              </a:ext>
            </a:extLst>
          </p:cNvPr>
          <p:cNvSpPr/>
          <p:nvPr/>
        </p:nvSpPr>
        <p:spPr>
          <a:xfrm>
            <a:off x="50259" y="2849110"/>
            <a:ext cx="5726189" cy="1818968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Our Solution</a:t>
            </a:r>
          </a:p>
          <a:p>
            <a:r>
              <a:rPr lang="en-IN" dirty="0"/>
              <a:t>🟢 AI-powered behavioural analysis</a:t>
            </a:r>
          </a:p>
          <a:p>
            <a:r>
              <a:rPr lang="en-IN" dirty="0"/>
              <a:t>🟢 Behaviour anomaly detection</a:t>
            </a:r>
          </a:p>
          <a:p>
            <a:r>
              <a:rPr lang="en-IN" dirty="0"/>
              <a:t>🟢 Attack classification</a:t>
            </a:r>
          </a:p>
          <a:p>
            <a:r>
              <a:rPr lang="en-IN" dirty="0"/>
              <a:t>🟢 Explainable AI</a:t>
            </a:r>
          </a:p>
          <a:p>
            <a:r>
              <a:rPr lang="en-IN" dirty="0"/>
              <a:t>🟢 Interactive SOC Dashboard</a:t>
            </a:r>
          </a:p>
        </p:txBody>
      </p:sp>
      <p:sp>
        <p:nvSpPr>
          <p:cNvPr id="11" name="Rounded Rectangle 2">
            <a:extLst>
              <a:ext uri="{FF2B5EF4-FFF2-40B4-BE49-F238E27FC236}">
                <a16:creationId xmlns:a16="http://schemas.microsoft.com/office/drawing/2014/main" id="{51912640-5EA1-797E-DEA8-3986557B0AE7}"/>
              </a:ext>
            </a:extLst>
          </p:cNvPr>
          <p:cNvSpPr/>
          <p:nvPr/>
        </p:nvSpPr>
        <p:spPr>
          <a:xfrm>
            <a:off x="50258" y="4743345"/>
            <a:ext cx="5726189" cy="1818968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Innovation</a:t>
            </a:r>
          </a:p>
          <a:p>
            <a:r>
              <a:rPr lang="en-IN" dirty="0"/>
              <a:t>✔ Synthetic Enterprise Dataset</a:t>
            </a:r>
          </a:p>
          <a:p>
            <a:r>
              <a:rPr lang="en-IN" dirty="0"/>
              <a:t>✔ Two-stage AI Detection Pipeline</a:t>
            </a:r>
          </a:p>
          <a:p>
            <a:r>
              <a:rPr lang="en-IN" dirty="0"/>
              <a:t>✔ Explainable AI</a:t>
            </a:r>
          </a:p>
          <a:p>
            <a:r>
              <a:rPr lang="en-IN" dirty="0"/>
              <a:t>✔ End-to-End Cybersecurity Workflow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1F54B12-7A35-2ED3-FB7B-41C00CED7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65313"/>
            <a:ext cx="5343939" cy="58740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46111" y="68874"/>
            <a:ext cx="9404723" cy="646743"/>
          </a:xfrm>
        </p:spPr>
        <p:txBody>
          <a:bodyPr/>
          <a:lstStyle/>
          <a:p>
            <a:pPr algn="ctr"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182881"/>
            <a:ext cx="838199" cy="436880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tx1"/>
                </a:solidFill>
              </a:rPr>
              <a:pPr/>
              <a:t>3</a:t>
            </a:fld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10A209F-ADEF-11E1-A96C-BC858C2C8414}"/>
              </a:ext>
            </a:extLst>
          </p:cNvPr>
          <p:cNvSpPr/>
          <p:nvPr/>
        </p:nvSpPr>
        <p:spPr>
          <a:xfrm>
            <a:off x="101600" y="705457"/>
            <a:ext cx="2194128" cy="3637722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/>
            </a:pPr>
            <a:r>
              <a:rPr lang="en-US" sz="1000" b="1" dirty="0"/>
              <a:t>User Profiles</a:t>
            </a:r>
          </a:p>
          <a:p>
            <a:pPr algn="ctr">
              <a:defRPr sz="2000"/>
            </a:pPr>
            <a:r>
              <a:rPr lang="en-US" sz="1000" b="1" dirty="0"/>
              <a:t>      │</a:t>
            </a:r>
          </a:p>
          <a:p>
            <a:pPr algn="ctr">
              <a:defRPr sz="2000"/>
            </a:pPr>
            <a:r>
              <a:rPr lang="en-US" sz="1000" b="1" dirty="0"/>
              <a:t>      ▼</a:t>
            </a:r>
          </a:p>
          <a:p>
            <a:pPr algn="ctr">
              <a:defRPr sz="2000"/>
            </a:pPr>
            <a:r>
              <a:rPr lang="en-US" sz="1000" b="1" dirty="0"/>
              <a:t>Behavior Simulation</a:t>
            </a:r>
          </a:p>
          <a:p>
            <a:pPr algn="ctr">
              <a:defRPr sz="2000"/>
            </a:pPr>
            <a:r>
              <a:rPr lang="en-US" sz="1000" b="1" dirty="0"/>
              <a:t>      │</a:t>
            </a:r>
          </a:p>
          <a:p>
            <a:pPr algn="ctr">
              <a:defRPr sz="2000"/>
            </a:pPr>
            <a:r>
              <a:rPr lang="en-US" sz="1000" b="1" dirty="0"/>
              <a:t>      ▼</a:t>
            </a:r>
          </a:p>
          <a:p>
            <a:pPr algn="ctr">
              <a:defRPr sz="2000"/>
            </a:pPr>
            <a:r>
              <a:rPr lang="en-US" sz="1000" b="1" dirty="0"/>
              <a:t>Synthetic Attack Injection</a:t>
            </a:r>
          </a:p>
          <a:p>
            <a:pPr algn="ctr">
              <a:defRPr sz="2000"/>
            </a:pPr>
            <a:r>
              <a:rPr lang="en-US" sz="1000" b="1" dirty="0"/>
              <a:t>      │</a:t>
            </a:r>
          </a:p>
          <a:p>
            <a:pPr algn="ctr">
              <a:defRPr sz="2000"/>
            </a:pPr>
            <a:r>
              <a:rPr lang="en-US" sz="1000" b="1" dirty="0"/>
              <a:t>      ▼</a:t>
            </a:r>
          </a:p>
          <a:p>
            <a:pPr algn="ctr">
              <a:defRPr sz="2000"/>
            </a:pPr>
            <a:r>
              <a:rPr lang="en-US" sz="1000" b="1" dirty="0"/>
              <a:t>Feature Engineering</a:t>
            </a:r>
          </a:p>
          <a:p>
            <a:pPr algn="ctr">
              <a:defRPr sz="2000"/>
            </a:pPr>
            <a:r>
              <a:rPr lang="en-US" sz="1000" b="1" dirty="0"/>
              <a:t>      │</a:t>
            </a:r>
          </a:p>
          <a:p>
            <a:pPr algn="ctr">
              <a:defRPr sz="2000"/>
            </a:pPr>
            <a:r>
              <a:rPr lang="en-US" sz="1000" b="1" dirty="0"/>
              <a:t>      ▼</a:t>
            </a:r>
          </a:p>
          <a:p>
            <a:pPr algn="ctr">
              <a:defRPr sz="2000"/>
            </a:pPr>
            <a:r>
              <a:rPr lang="en-US" sz="1000" b="1" dirty="0"/>
              <a:t>Isolation Forest</a:t>
            </a:r>
          </a:p>
          <a:p>
            <a:pPr algn="ctr">
              <a:defRPr sz="2000"/>
            </a:pPr>
            <a:r>
              <a:rPr lang="en-US" sz="1000" b="1" dirty="0"/>
              <a:t>      │</a:t>
            </a:r>
          </a:p>
          <a:p>
            <a:pPr algn="ctr">
              <a:defRPr sz="2000"/>
            </a:pPr>
            <a:r>
              <a:rPr lang="en-US" sz="1000" b="1" dirty="0"/>
              <a:t>      ▼</a:t>
            </a:r>
          </a:p>
          <a:p>
            <a:pPr algn="ctr">
              <a:defRPr sz="2000"/>
            </a:pPr>
            <a:r>
              <a:rPr lang="en-US" sz="1000" b="1" dirty="0"/>
              <a:t>Random Forest</a:t>
            </a:r>
          </a:p>
          <a:p>
            <a:pPr algn="ctr">
              <a:defRPr sz="2000"/>
            </a:pPr>
            <a:r>
              <a:rPr lang="en-US" sz="1000" b="1" dirty="0"/>
              <a:t>      │</a:t>
            </a:r>
          </a:p>
          <a:p>
            <a:pPr algn="ctr">
              <a:defRPr sz="2000"/>
            </a:pPr>
            <a:r>
              <a:rPr lang="en-US" sz="1000" b="1" dirty="0"/>
              <a:t>      ▼</a:t>
            </a:r>
          </a:p>
          <a:p>
            <a:pPr algn="ctr">
              <a:defRPr sz="2000"/>
            </a:pPr>
            <a:r>
              <a:rPr lang="en-US" sz="1000" b="1" dirty="0"/>
              <a:t>Explainability</a:t>
            </a:r>
          </a:p>
          <a:p>
            <a:pPr algn="ctr">
              <a:defRPr sz="2000"/>
            </a:pPr>
            <a:r>
              <a:rPr lang="en-US" sz="1000" b="1" dirty="0"/>
              <a:t>      │</a:t>
            </a:r>
          </a:p>
          <a:p>
            <a:pPr algn="ctr">
              <a:defRPr sz="2000"/>
            </a:pPr>
            <a:r>
              <a:rPr lang="en-US" sz="1000" b="1" dirty="0"/>
              <a:t>      ▼</a:t>
            </a:r>
          </a:p>
          <a:p>
            <a:pPr algn="ctr">
              <a:defRPr sz="2000"/>
            </a:pPr>
            <a:r>
              <a:rPr lang="en-US" sz="1000" b="1" dirty="0"/>
              <a:t>SOC Dashboard</a:t>
            </a:r>
            <a:endParaRPr sz="1000" dirty="0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246D94E2-F804-7EA6-5D62-12C1F672DBAA}"/>
              </a:ext>
            </a:extLst>
          </p:cNvPr>
          <p:cNvSpPr/>
          <p:nvPr/>
        </p:nvSpPr>
        <p:spPr>
          <a:xfrm>
            <a:off x="94506" y="4444644"/>
            <a:ext cx="2111981" cy="2094271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Technologies</a:t>
            </a:r>
          </a:p>
          <a:p>
            <a:r>
              <a:rPr lang="en-IN" dirty="0"/>
              <a:t>🐍 Python</a:t>
            </a:r>
          </a:p>
          <a:p>
            <a:r>
              <a:rPr lang="en-IN" dirty="0"/>
              <a:t>📊 Pandas</a:t>
            </a:r>
          </a:p>
          <a:p>
            <a:r>
              <a:rPr lang="en-IN" dirty="0"/>
              <a:t>🤖 Scikit-learn</a:t>
            </a:r>
          </a:p>
          <a:p>
            <a:r>
              <a:rPr lang="en-IN" dirty="0"/>
              <a:t>📈 Plotly</a:t>
            </a:r>
          </a:p>
          <a:p>
            <a:r>
              <a:rPr lang="en-IN" dirty="0"/>
              <a:t>🖥 Streamlit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BCCF1BF-EB70-72EC-2CCE-525DF4BFA0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800" y="715617"/>
            <a:ext cx="4228040" cy="199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015CA3-28F0-2B12-495E-2A46A1D5C8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800" y="2819814"/>
            <a:ext cx="4228040" cy="319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2C64B42-72FE-9A18-F754-24A8C10BCD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8348" y="2819814"/>
            <a:ext cx="4829247" cy="3193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2517A4-1684-F612-A9FD-6508501868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1973" y="705457"/>
            <a:ext cx="5228427" cy="2004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17231" y="136522"/>
            <a:ext cx="9404723" cy="767687"/>
          </a:xfrm>
        </p:spPr>
        <p:txBody>
          <a:bodyPr/>
          <a:lstStyle/>
          <a:p>
            <a:pPr algn="ctr"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1" y="295730"/>
            <a:ext cx="600594" cy="471350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F7314F4-40F2-42A2-5AD6-E467AC56CE9E}"/>
              </a:ext>
            </a:extLst>
          </p:cNvPr>
          <p:cNvSpPr/>
          <p:nvPr/>
        </p:nvSpPr>
        <p:spPr>
          <a:xfrm>
            <a:off x="277384" y="767079"/>
            <a:ext cx="3756135" cy="2087881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Project Highlights</a:t>
            </a:r>
          </a:p>
          <a:p>
            <a:r>
              <a:rPr lang="en-IN" dirty="0"/>
              <a:t>👤 500 Users</a:t>
            </a:r>
          </a:p>
          <a:p>
            <a:r>
              <a:rPr lang="en-IN" dirty="0"/>
              <a:t>📊 50K Logs</a:t>
            </a:r>
          </a:p>
          <a:p>
            <a:r>
              <a:rPr lang="en-IN" dirty="0"/>
              <a:t>⚔ 6 Attack Types</a:t>
            </a:r>
          </a:p>
          <a:p>
            <a:r>
              <a:rPr lang="en-IN" dirty="0"/>
              <a:t>🤖 98% Detection</a:t>
            </a:r>
          </a:p>
          <a:p>
            <a:r>
              <a:rPr lang="en-IN" dirty="0"/>
              <a:t>🎯 99.9% Classification</a:t>
            </a:r>
          </a:p>
        </p:txBody>
      </p:sp>
      <p:sp>
        <p:nvSpPr>
          <p:cNvPr id="15" name="Rounded Rectangle 2">
            <a:extLst>
              <a:ext uri="{FF2B5EF4-FFF2-40B4-BE49-F238E27FC236}">
                <a16:creationId xmlns:a16="http://schemas.microsoft.com/office/drawing/2014/main" id="{09945DD3-40A9-B0FC-B9C6-98D395013FA2}"/>
              </a:ext>
            </a:extLst>
          </p:cNvPr>
          <p:cNvSpPr/>
          <p:nvPr/>
        </p:nvSpPr>
        <p:spPr>
          <a:xfrm>
            <a:off x="277385" y="2991483"/>
            <a:ext cx="3756135" cy="1509397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Challenges</a:t>
            </a:r>
          </a:p>
          <a:p>
            <a:r>
              <a:rPr lang="en-IN" dirty="0"/>
              <a:t>• Lack of real enterprise data</a:t>
            </a:r>
          </a:p>
          <a:p>
            <a:r>
              <a:rPr lang="en-IN" dirty="0"/>
              <a:t>• Behaviour diversity</a:t>
            </a:r>
          </a:p>
          <a:p>
            <a:r>
              <a:rPr lang="en-IN" dirty="0"/>
              <a:t>• Explainability</a:t>
            </a:r>
          </a:p>
        </p:txBody>
      </p:sp>
      <p:sp>
        <p:nvSpPr>
          <p:cNvPr id="19" name="Rounded Rectangle 2">
            <a:extLst>
              <a:ext uri="{FF2B5EF4-FFF2-40B4-BE49-F238E27FC236}">
                <a16:creationId xmlns:a16="http://schemas.microsoft.com/office/drawing/2014/main" id="{1AB1F498-7340-963A-9CEB-91DE64614621}"/>
              </a:ext>
            </a:extLst>
          </p:cNvPr>
          <p:cNvSpPr/>
          <p:nvPr/>
        </p:nvSpPr>
        <p:spPr>
          <a:xfrm>
            <a:off x="277385" y="4773926"/>
            <a:ext cx="3756135" cy="1509397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/>
              <a:t>Solution</a:t>
            </a:r>
          </a:p>
          <a:p>
            <a:r>
              <a:rPr lang="en-IN" dirty="0"/>
              <a:t>• Synthetic Dataset</a:t>
            </a:r>
          </a:p>
          <a:p>
            <a:r>
              <a:rPr lang="en-IN" dirty="0"/>
              <a:t>• AI Models</a:t>
            </a:r>
          </a:p>
          <a:p>
            <a:r>
              <a:rPr lang="en-IN" dirty="0"/>
              <a:t>• Explainability Engine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F28D327-B8FD-4692-BC55-12B10132B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58" y="740533"/>
            <a:ext cx="5299489" cy="254114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933BFC3-15AB-20A2-F073-78285F164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58" y="3411247"/>
            <a:ext cx="5787216" cy="315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39763"/>
            <a:ext cx="9404723" cy="697655"/>
          </a:xfrm>
        </p:spPr>
        <p:txBody>
          <a:bodyPr/>
          <a:lstStyle/>
          <a:p>
            <a:pPr algn="ctr"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441689"/>
          </a:xfrm>
        </p:spPr>
        <p:txBody>
          <a:bodyPr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EA59AF0-47ED-B8E9-AAA1-3D1B3F397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129" y="671497"/>
            <a:ext cx="5486400" cy="2595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88A08A-2EC3-6F4C-0B8D-7A883DDC6A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348" y="679693"/>
            <a:ext cx="5486400" cy="257491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7D80AB-0ACD-E37A-4AD2-33C843C11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29" y="3937968"/>
            <a:ext cx="5486400" cy="22485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7B16FB-52D0-7B2D-CDB3-678210ACC7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716038"/>
            <a:ext cx="5486400" cy="25749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9322B6-064A-0ACD-124D-4156969E9E90}"/>
              </a:ext>
            </a:extLst>
          </p:cNvPr>
          <p:cNvSpPr txBox="1"/>
          <p:nvPr/>
        </p:nvSpPr>
        <p:spPr>
          <a:xfrm>
            <a:off x="1857983" y="3254607"/>
            <a:ext cx="2889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Dashboard Overview</a:t>
            </a:r>
            <a:endParaRPr lang="en-IN" sz="1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BB2A3-7F2E-8A1C-FD47-7326DD1553D7}"/>
              </a:ext>
            </a:extLst>
          </p:cNvPr>
          <p:cNvSpPr txBox="1"/>
          <p:nvPr/>
        </p:nvSpPr>
        <p:spPr>
          <a:xfrm>
            <a:off x="8095169" y="3307381"/>
            <a:ext cx="288911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Threat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4AC01A-B8AA-C79A-5868-E96801AB790A}"/>
              </a:ext>
            </a:extLst>
          </p:cNvPr>
          <p:cNvSpPr txBox="1"/>
          <p:nvPr/>
        </p:nvSpPr>
        <p:spPr>
          <a:xfrm>
            <a:off x="2285999" y="6161901"/>
            <a:ext cx="221932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Alert Explorer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8E0F47-A07B-EBE1-96B7-37D7881C324A}"/>
              </a:ext>
            </a:extLst>
          </p:cNvPr>
          <p:cNvSpPr txBox="1"/>
          <p:nvPr/>
        </p:nvSpPr>
        <p:spPr>
          <a:xfrm>
            <a:off x="8095169" y="6300400"/>
            <a:ext cx="13260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AI Explanations</a:t>
            </a:r>
          </a:p>
        </p:txBody>
      </p:sp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30"/>
            <a:ext cx="838199" cy="599006"/>
          </a:xfrm>
        </p:spPr>
        <p:txBody>
          <a:bodyPr/>
          <a:lstStyle/>
          <a:p>
            <a:pPr marL="0" marR="0" lvl="0" indent="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991346-FC23-F65D-C16C-23CB493720CD}"/>
              </a:ext>
            </a:extLst>
          </p:cNvPr>
          <p:cNvSpPr/>
          <p:nvPr/>
        </p:nvSpPr>
        <p:spPr>
          <a:xfrm>
            <a:off x="270495" y="1840653"/>
            <a:ext cx="5637697" cy="3437600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📚</a:t>
            </a:r>
            <a:r>
              <a:rPr lang="en-IN" b="1" dirty="0"/>
              <a:t>Research Sources</a:t>
            </a:r>
            <a:endParaRPr lang="en-I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MITRE ATT&amp;CK Framework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NIST Cybersecurity Framework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OWASP Security Guidelines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Scikit-learn Documentation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Streamlit Documentation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Plotly Documentation</a:t>
            </a:r>
          </a:p>
        </p:txBody>
      </p:sp>
      <p:sp>
        <p:nvSpPr>
          <p:cNvPr id="4" name="Rounded Rectangle 2">
            <a:extLst>
              <a:ext uri="{FF2B5EF4-FFF2-40B4-BE49-F238E27FC236}">
                <a16:creationId xmlns:a16="http://schemas.microsoft.com/office/drawing/2014/main" id="{4C03802A-B295-F1F4-909E-8205DD593ADD}"/>
              </a:ext>
            </a:extLst>
          </p:cNvPr>
          <p:cNvSpPr/>
          <p:nvPr/>
        </p:nvSpPr>
        <p:spPr>
          <a:xfrm>
            <a:off x="6096000" y="1853248"/>
            <a:ext cx="5825505" cy="3425005"/>
          </a:xfrm>
          <a:prstGeom prst="roundRect">
            <a:avLst/>
          </a:prstGeom>
          <a:solidFill>
            <a:schemeClr val="bg1"/>
          </a:solidFill>
          <a:ln>
            <a:solidFill>
              <a:srgbClr val="3C7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n-IN" dirty="0"/>
              <a:t>🚀</a:t>
            </a:r>
            <a:r>
              <a:rPr lang="en-US" b="1" dirty="0"/>
              <a:t>Future Scope</a:t>
            </a:r>
            <a:endParaRPr lang="en-IN" b="1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Real-time enterprise log ingestion.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Integration with SIEM platforms.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Deep learning-based behavioral analytics.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Cloud-native deployment.</a:t>
            </a:r>
            <a:endParaRPr lang="en-IN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Role based authentication and access control.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8102</TotalTime>
  <Words>271</Words>
  <Application>Microsoft Office PowerPoint</Application>
  <PresentationFormat>Widescreen</PresentationFormat>
  <Paragraphs>98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Arial</vt:lpstr>
      <vt:lpstr>Arial Rounded MT Bold</vt:lpstr>
      <vt:lpstr>Calibri</vt:lpstr>
      <vt:lpstr>Century Gothic</vt:lpstr>
      <vt:lpstr>Times New Roman</vt:lpstr>
      <vt:lpstr>TradeGothic</vt:lpstr>
      <vt:lpstr>Wingdings 3</vt:lpstr>
      <vt:lpstr>Ion</vt:lpstr>
      <vt:lpstr>PowerPoint Presentation</vt:lpstr>
      <vt:lpstr>PROPOSED SOLUTION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Sujoy Sen</cp:lastModifiedBy>
  <cp:revision>154</cp:revision>
  <dcterms:created xsi:type="dcterms:W3CDTF">2013-12-12T18:46:50Z</dcterms:created>
  <dcterms:modified xsi:type="dcterms:W3CDTF">2026-07-26T12:47:22Z</dcterms:modified>
  <cp:category/>
</cp:coreProperties>
</file>